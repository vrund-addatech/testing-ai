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2C3E50"/>
                </a:solidFill>
                <a:latin typeface="Calibri"/>
              </a:defRPr>
            </a:pPr>
            <a:r>
              <a:t>Lightweight Stored Procedure Logging &amp; Optimization Initiative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Proposal: Implement a lightweight logging table for report Stored Procedures (SPs)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Purpose: Identify and fix the highest-impact performance issues based on real production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Scope: Reporting SPs only; no customer data; auto-purge after 30 days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Ask: Approve logging implementation and prioritize optimization of top offenders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2C3E50"/>
                </a:solidFill>
                <a:latin typeface="Calibri"/>
              </a:defRPr>
            </a:pPr>
            <a:r>
              <a:t>The Problem (Business Impact)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Customers experience long wait times for reports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High CPU and IO during peak hours increases system stress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Firefighting is common; root causes are hard to pinpoint quickly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We need objective, production-based metrics to prioritize fixes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2C3E50"/>
                </a:solidFill>
                <a:latin typeface="Calibri"/>
              </a:defRPr>
            </a:pPr>
            <a:r>
              <a:t>Proposed Approach (Simple &amp; Safe)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What we'll log: SP name, execution count, average CPU time, duration, logical reads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Scope: Report-related SPs only (exclude transactional workload)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Retention: Auto-delete after 30 days (no long-term storage cost)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Privacy &amp; Safety: No customer data stored; minimal overhead; read-only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2C3E50"/>
                </a:solidFill>
                <a:latin typeface="Calibri"/>
              </a:defRPr>
            </a:pPr>
            <a:r>
              <a:t>Why This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Data-driven prioritization: Fix the worst offenders first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Measurable outcomes: Track improvements in duration, CPU, and 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Fewer incidents: Reduce firefighting and reactive escalations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Scalability: Approach grows with product and customer 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2C3E50"/>
                </a:solidFill>
                <a:latin typeface="Calibri"/>
              </a:defRPr>
            </a:pPr>
            <a:r>
              <a:t>Case Study: RptGetValidationEndOfDaySalesByInvoicePaymentDate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Production (Last 1 Day):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Avg CPU Time: ~94 seconds per execution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Avg Logical Reads: ~90 million per execution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Avg Duration: ~54 seconds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Customer Impact: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OT Works Clinic: Live payload took ~1.20 minutes during non-business hours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2C3E50"/>
                </a:solidFill>
                <a:latin typeface="Calibri"/>
              </a:defRPr>
            </a:pPr>
            <a:r>
              <a:t>Root Cause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Execution plan showed: Index Spool + Key Lookup on AcctInvoiceLines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Missing/non-covering index led to ~21.7 million repeated lookups to fetch InvoiceId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Result: Excessive logical reads, CPU time, and duration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2C3E50"/>
                </a:solidFill>
                <a:latin typeface="Calibri"/>
              </a:defRPr>
            </a:pPr>
            <a:r>
              <a:t>Verified Fix (Proof of Value)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Simulated solution using temporary pre-calculation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Execution time reduced from ~80 seconds → ~9 seconds in test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Permanent fix proposed: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Update existing index to be covering by adding InvoiceId to INCLUDE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Eliminates repeated base table lookups entirely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2C3E50"/>
                </a:solidFill>
                <a:latin typeface="Calibri"/>
              </a:defRPr>
            </a:pPr>
            <a:r>
              <a:t>Before vs After (Metrics Snapshot)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b="1" sz="1800">
                <a:solidFill>
                  <a:srgbClr val="008000"/>
                </a:solidFill>
                <a:latin typeface="Calibri"/>
              </a:defRPr>
            </a:pPr>
            <a:r>
              <a:t>Duration: ~80s → ~9s (−~89%)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b="1" sz="1800">
                <a:solidFill>
                  <a:srgbClr val="008000"/>
                </a:solidFill>
                <a:latin typeface="Calibri"/>
              </a:defRPr>
            </a:pPr>
            <a:r>
              <a:t>Logical Reads: ~90M → dramatically reduced (no repeated lookups)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b="1" sz="1800">
                <a:solidFill>
                  <a:srgbClr val="008000"/>
                </a:solidFill>
                <a:latin typeface="Calibri"/>
              </a:defRPr>
            </a:pPr>
            <a:r>
              <a:t>CPU Time: ~94s → materially reduced (aligned with lower reads)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Outcome: Faster report delivery and less system strain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2C3E50"/>
                </a:solidFill>
                <a:latin typeface="Calibri"/>
              </a:defRPr>
            </a:pPr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b="1" sz="1800">
                <a:latin typeface="Calibri"/>
              </a:defRPr>
            </a:pPr>
            <a:r>
              <a:t>Week 1: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Create logging table and lightweight capture for reporting SPs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Auto-purge policy (30 days); no customer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b="1" sz="1800">
                <a:latin typeface="Calibri"/>
              </a:defRPr>
            </a:pPr>
            <a:r>
              <a:t>Week 2: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Dashboard: Top 10 offenders by CPU, duration, and logical reads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Begin targeted optimizations (start with case study SP index change)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b="1" sz="1800">
                <a:latin typeface="Calibri"/>
              </a:defRPr>
            </a:pPr>
            <a:r>
              <a:t>Ongoing: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Weekly review; track improvements and new hotspots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Incorporate findings into release planning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sz="1800" b="1">
                <a:solidFill>
                  <a:srgbClr val="2C3E50"/>
                </a:solidFill>
                <a:latin typeface="Calibri"/>
              </a:defRPr>
            </a:pPr>
            <a:r>
              <a:t>Decision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defRPr b="1" sz="1800">
                <a:latin typeface="Calibri"/>
              </a:defRPr>
            </a:pPr>
            <a:r>
              <a:t>Decision: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Approve logging implementation for reporting SPs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Prioritize permanent index fix for the case study SP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b="1" sz="1800">
                <a:latin typeface="Calibri"/>
              </a:defRPr>
            </a:pPr>
            <a:r>
              <a:t>Next Steps: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Assign owner to create logging (lightweight, read-only metrics)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Schedule case study fix and validation in staging → production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Establish a monthly performance review with Product &amp; Engineering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b="1" sz="1800">
                <a:latin typeface="Calibri"/>
              </a:defRPr>
            </a:pPr>
            <a:r>
              <a:t>Important Note: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800">
                <a:latin typeface="Calibri"/>
              </a:defRPr>
            </a:pPr>
            <a:r>
              <a:t>This investigation and proof-of-concept were conducted outside normal responsibilities, without impacting delivery. The goal is to reduce customer pain and system stress.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